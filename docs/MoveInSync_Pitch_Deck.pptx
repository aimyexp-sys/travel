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914400"/>
            <a:ext cx="3840480" cy="3840480"/>
          </a:xfrm>
          <a:prstGeom prst="ellipse">
            <a:avLst/>
          </a:prstGeom>
          <a:solidFill>
            <a:srgbClr val="00B39E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MOVEINSYNC HACKATHON 2026  ·  AGENTIC INTELLIGENCE &amp; REPORTING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8778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Intelligence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Layer for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Mobility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without context is just a number. This agent reasons, decides, and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enterprise mobility data — with a human in the loop only where it matters.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141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Name]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5760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(Spring Boot) · Angular · PostgreSQL — 100% local Docker demo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metric without context is just a number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own example — one dashboard number, two very different reads.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BF3F2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423160"/>
            <a:ext cx="457200" cy="457200"/>
          </a:xfrm>
          <a:prstGeom prst="ellipse">
            <a:avLst/>
          </a:prstGeom>
          <a:solidFill>
            <a:srgbClr val="E7B8B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a bare dashboard number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Arrival Rate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31012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78.4%</a:t>
            </a:r>
            <a:endParaRPr lang="en-US" sz="5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43484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that's it. Is that good? Bad? Who's responsible? A manager still has to pull a report, filter by vendor, and eyeball reason codes to find out.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4884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EEF6F1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2423160"/>
            <a:ext cx="457200" cy="457200"/>
          </a:xfrm>
          <a:prstGeom prst="ellipse">
            <a:avLst/>
          </a:prstGeom>
          <a:solidFill>
            <a:srgbClr val="9AD1B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this agent's answer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01752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fleet on-time arrival rate for the 28-day period was 78.4%, breaching the 90% SLA by 11.6 points and declining 5.0 points versus the prior period. Vendors V1 and V5 were responsible for 71% of all late trips — 44% and 27% respectively — with driver lateness the dominant cause for both.”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5623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real narrated output, captured live from this build (sample-outputs/01)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explicit loop: sense → reason → decide → act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Java pipeline in Spring Boot today - the same named stages become an AWS Step Functions state machine tomorrow, with no redesign.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606040"/>
            <a:ext cx="566928" cy="566928"/>
          </a:xfrm>
          <a:prstGeom prst="ellipse">
            <a:avLst/>
          </a:prstGeom>
          <a:solidFill>
            <a:srgbClr val="00B3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8992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33832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3840480"/>
            <a:ext cx="1975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(or a manual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 cycle now”) triggers a pass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canonical schema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36347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39E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6160" y="233172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22192" y="2606040"/>
            <a:ext cx="566928" cy="566928"/>
          </a:xfrm>
          <a:prstGeom prst="ellipse">
            <a:avLst/>
          </a:prstGeom>
          <a:solidFill>
            <a:srgbClr val="00B3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22192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33832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22192" y="3840480"/>
            <a:ext cx="1975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(6 KPIs × trend/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SLA/peer) + deterministic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- no LLM yet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53328" y="36347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39E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09360" y="233172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5392" y="2606040"/>
            <a:ext cx="566928" cy="566928"/>
          </a:xfrm>
          <a:prstGeom prst="ellipse">
            <a:avLst/>
          </a:prstGeom>
          <a:solidFill>
            <a:srgbClr val="00B39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65392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33832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3840480"/>
            <a:ext cx="1975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tiers the finding: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auto-fire, log internally, or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for one human click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796528" y="36347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39E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52560" y="233172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08592" y="2606040"/>
            <a:ext cx="566928" cy="566928"/>
          </a:xfrm>
          <a:prstGeom prst="ellipse">
            <a:avLst/>
          </a:prstGeom>
          <a:solidFill>
            <a:srgbClr val="00B39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08592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308592" y="33832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308592" y="3840480"/>
            <a:ext cx="1975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Narrated, pushed live to the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 WebSocket,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an audit trail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REMEMBER — every decision writes to a Postgres audit trail, so the same issue never re-fires the next cycle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 Docker stack, with a described AWS production path</a:t>
            </a:r>
            <a:endParaRPr lang="en-US" sz="2200" dirty="0"/>
          </a:p>
        </p:txBody>
      </p:sp>
      <p:pic>
        <p:nvPicPr>
          <p:cNvPr id="4" name="Image 0" descr="/tmp/moveinsync-phase8/docs/architectur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11521440" cy="5349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only ever phrases facts - it never computes them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447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split is what keeps inference cost and latency low and predictable - directly what gets graded, and what survives a flaky venue wifi connection.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EEF6F1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95728"/>
            <a:ext cx="475488" cy="475488"/>
          </a:xfrm>
          <a:prstGeom prst="ellipse">
            <a:avLst/>
          </a:prstGeom>
          <a:solidFill>
            <a:srgbClr val="1A8A5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4505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(plain Java + SQL)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3136392"/>
            <a:ext cx="82296" cy="82296"/>
          </a:xfrm>
          <a:prstGeom prst="ellipse">
            <a:avLst/>
          </a:prstGeom>
          <a:solidFill>
            <a:srgbClr val="1A8A5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30632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KPIs, each returned with trend / SLA / peer context as one object - every call, not assembled per-caller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88720" y="4069080"/>
            <a:ext cx="82296" cy="82296"/>
          </a:xfrm>
          <a:prstGeom prst="ellipse">
            <a:avLst/>
          </a:prstGeom>
          <a:solidFill>
            <a:srgbClr val="1A8A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17320" y="399592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Attribution: which vendor/zone, which delay reason code - decomposed with plain SQL, fully testable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188720" y="5001768"/>
            <a:ext cx="82296" cy="82296"/>
          </a:xfrm>
          <a:prstGeom prst="ellipse">
            <a:avLst/>
          </a:prstGeom>
          <a:solidFill>
            <a:srgbClr val="1A8A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492861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finding detectors + a decision policy that tiers autonomy - zero LLM involvement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210312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FF6E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2395728"/>
            <a:ext cx="475488" cy="475488"/>
          </a:xfrm>
          <a:prstGeom prst="ellipse">
            <a:avLst/>
          </a:prstGeom>
          <a:solidFill>
            <a:srgbClr val="C974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4505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only (SarvamAI / OpenAI)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37960" y="3136392"/>
            <a:ext cx="82296" cy="82296"/>
          </a:xfrm>
          <a:prstGeom prst="ellipse">
            <a:avLst/>
          </a:prstGeom>
          <a:solidFill>
            <a:srgbClr val="C974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0" y="30632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 small pre-computed facts block - never a raw trip row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4069080"/>
            <a:ext cx="82296" cy="82296"/>
          </a:xfrm>
          <a:prstGeom prst="ellipse">
            <a:avLst/>
          </a:prstGeom>
          <a:solidFill>
            <a:srgbClr val="C9740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399592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swapped with one config line (llm.provider=sarvam|openai) - tested both ways before judging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5001768"/>
            <a:ext cx="82296" cy="82296"/>
          </a:xfrm>
          <a:prstGeom prst="ellipse">
            <a:avLst/>
          </a:prstGeom>
          <a:solidFill>
            <a:srgbClr val="C9740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0" y="492861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 (bad key, outage, rate limit) falls back to a templated sentence - the pipeline never breaks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ON THIS 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8638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worked example,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43000" y="1783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78.4%</a:t>
            </a:r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On-Time Arrival Rate  </a:t>
            </a:r>
            <a:pPr indent="0" marL="0">
              <a:buNone/>
            </a:pPr>
            <a:r>
              <a:rPr lang="en-US" sz="1400" b="1" dirty="0">
                <a:solidFill>
                  <a:srgbClr val="C9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90% SLA</a:t>
            </a:r>
            <a:pPr indent="0" marL="0">
              <a:buNone/>
            </a:pPr>
            <a:r>
              <a:rPr lang="en-US" sz="3400" dirty="0">
                <a:solidFill>
                  <a:srgbClr val="5B6472"/>
                </a:solidFill>
              </a:rPr>
              <a:t>   •   </a:t>
            </a:r>
            <a:pPr indent="0" marL="0">
              <a:buNone/>
            </a:pPr>
            <a:r>
              <a:rPr lang="en-US" sz="1400" b="1" dirty="0">
                <a:solidFill>
                  <a:srgbClr val="C9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-5.0 pts</a:t>
            </a:r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prior period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423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fleet-wide number pulled live from the seeded dataset - see sample-outputs/01-on-time-gap-attribution.json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2487168" cy="2834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5021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5204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16052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44% of late trips (-9.0 pts)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V5: 27% of late trips (-8.6 pts)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driver_late dominant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10128" y="43891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39E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66160" y="3246120"/>
            <a:ext cx="2487168" cy="2834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94760" y="35021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947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5204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416052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Vendor-facing → held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PENDING_APPROVAL, not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053328" y="43891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39E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09360" y="3246120"/>
            <a:ext cx="2487168" cy="2834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5021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5204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16052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“Vendors V1 and V5 were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71% of all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trips...” (SarvamAI)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796528" y="43891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39E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052560" y="3246120"/>
            <a:ext cx="2487168" cy="2834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81160" y="35021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811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35204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416052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the Angular alert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over WebSocket the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it's decided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HUMAN PROMPTING,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findings, three decisions - all from one dataset pass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trigger-happy agent: the decide stage reasons about WHAT action fits a finding, not just whether to fire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423160"/>
            <a:ext cx="2916936" cy="457200"/>
          </a:xfrm>
          <a:prstGeom prst="roundRect">
            <a:avLst>
              <a:gd name="adj" fmla="val 50000"/>
            </a:avLst>
          </a:prstGeom>
          <a:solidFill>
            <a:srgbClr val="C93A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8992" y="24231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PENDING_APPROVAL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306324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 / Vendor E - OTA SLA breach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3657600"/>
            <a:ext cx="29169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7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Vendor-facing escalation. Sustained decline (≥3 pt drop) + material share of late trips → drafted in full, held for one human click before it ever reaches a vendor.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2423160"/>
            <a:ext cx="2916936" cy="457200"/>
          </a:xfrm>
          <a:prstGeom prst="roundRect">
            <a:avLst>
              <a:gd name="adj" fmla="val 50000"/>
            </a:avLst>
          </a:prstGeom>
          <a:solidFill>
            <a:srgbClr val="00B39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36592" y="24231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AUTO_FIRED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306324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Marathahalli / Night Shift - delay pattern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3657600"/>
            <a:ext cx="29169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7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Internal, low-stakes, structural (holds across the whole period, not a blip) → posted straight to the ops activity feed. No approval needed.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1488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94192" y="2423160"/>
            <a:ext cx="2916936" cy="457200"/>
          </a:xfrm>
          <a:prstGeom prst="roundRect">
            <a:avLst>
              <a:gd name="adj" fmla="val 50000"/>
            </a:avLst>
          </a:prstGeom>
          <a:solidFill>
            <a:srgbClr val="C974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94192" y="24231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LOGGED_INTERNAL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306324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 - cost/km creep (+12.6%)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3657600"/>
            <a:ext cx="29169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7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SLA to point to, so less certain → opened as an internal billing-review item rather than escalated. Confidence-appropriate, not maximal.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verified live, captured in sample-outputs/02-agent-actions-audit-trail.json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exports are messy. This pipeline expects that.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planted data-quality issue is flagged and audited on ingestion - never silently dropped, never a crash.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350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trips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7706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~0.5% of trip_ids appear twice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192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Deduped in every query via DISTINCT ON, not rejected at load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1488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2350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riders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7706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~2.5% of trip_employees reference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employee_id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3192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flagged in data_quality_issues, not dropped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97280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rosters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7823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 of employees missing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shift_id / pickup_zone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53309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by design in the canonical schema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41605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92240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GPS / timestamps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7823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GPS traces, null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actual_pickup_time on no-shows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3309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as absence-of-signal, not an ingestion failure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REASONING LAYER, THREE SURFACES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alerts, a leadership brief, and conversational drill-down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three separate pipelines - one shared attribution/benchmarking/narration layer, three thin surfaces on top.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8992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3108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 activity feed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356616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manager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3977640"/>
            <a:ext cx="2916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over WebSocket - no polling, no refresh. Approve or dismiss held escalations with one click.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14884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EAF0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36592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3108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brief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356616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facilities head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3977640"/>
            <a:ext cx="2916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Fixed-template, no jargon, forward-ready. “Copy brief” produces something genuinely emailable.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94192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3108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drill-down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356616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Anyone, on demand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3977640"/>
            <a:ext cx="2916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OTA drop?” gets the identical reasoning the alert feed already used - asked directly instead of waited for.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evaluation criterion has a concrete, working answer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41A47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11680"/>
            <a:ext cx="128016" cy="128016"/>
          </a:xfrm>
          <a:prstGeom prst="ellipse">
            <a:avLst/>
          </a:prstGeom>
          <a:solidFill>
            <a:srgbClr val="00B3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deployability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691640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- one command, no AWS account or cloud credentials needed to run or judge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41A47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2944368"/>
            <a:ext cx="128016" cy="128016"/>
          </a:xfrm>
          <a:prstGeom prst="ellipse">
            <a:avLst/>
          </a:prstGeom>
          <a:solidFill>
            <a:srgbClr val="00B3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26243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&amp; business impact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24328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planted operational stories found and explained without being told where to look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557016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41A4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3877056"/>
            <a:ext cx="128016" cy="128016"/>
          </a:xfrm>
          <a:prstGeom prst="ellipse">
            <a:avLst/>
          </a:prstGeom>
          <a:solidFill>
            <a:srgbClr val="00B3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355701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557016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reasoning / LLM narration split; provider-swappable in one config line; graceful degradation everywhere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489704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41A47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4809744"/>
            <a:ext cx="128016" cy="128016"/>
          </a:xfrm>
          <a:prstGeom prst="ellipse">
            <a:avLst/>
          </a:prstGeom>
          <a:solidFill>
            <a:srgbClr val="00B3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25880" y="448970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of automation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4489704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Auto-fires low-stakes findings, drafts and holds vendor-facing ones, deduplicates - genuine tiered autonomy, not a fixed script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422392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41A4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742432"/>
            <a:ext cx="128016" cy="128016"/>
          </a:xfrm>
          <a:prstGeom prst="ellipse">
            <a:avLst/>
          </a:prstGeom>
          <a:solidFill>
            <a:srgbClr val="00B39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325880" y="54223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multiple output forms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542239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 + leadership narrative + conversational chat, over one shared reasoning layer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architecture, production-scale when it's needed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local component maps 1:1 to an AWS-managed equivalent behind the same interface - described in the architecture document, deliberately not built for this demo.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(Docker)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2860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39E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86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PostgreSQL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orchestrator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22860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39E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2286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state machine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19272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51560" y="33192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triggers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3319272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39E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192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 rules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319272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46520" y="33192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SarvamAI / OpenAI client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3319272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39E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33192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BedrockNarrationClient (same interface)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352544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51560" y="43525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Mocked/logged actuators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352544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39E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43525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(email) / SNS (push)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352544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46520" y="43525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STOMP WebSocket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4352544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39E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15400" y="43525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WebSocket API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846320"/>
            <a:ext cx="3657600" cy="3657600"/>
          </a:xfrm>
          <a:prstGeom prst="ellipse">
            <a:avLst/>
          </a:prstGeom>
          <a:solidFill>
            <a:srgbClr val="00B39E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metric without context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just a number.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agent gives it one - and acts on it, with minimal human prompting.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now: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8280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--build   →   http://localhost:4200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5349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 account, no cloud credentials, no external dependency but an LLM API key (falls back gracefully without one).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2026-09-04T14:33:43Z</dcterms:created>
  <dcterms:modified xsi:type="dcterms:W3CDTF">2026-09-04T14:33:43Z</dcterms:modified>
</cp:coreProperties>
</file>